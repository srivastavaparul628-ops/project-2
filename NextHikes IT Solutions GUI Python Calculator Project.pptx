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4" r:id="rId4"/>
    <p:sldId id="267" r:id="rId5"/>
    <p:sldId id="261" r:id="rId6"/>
    <p:sldId id="266" r:id="rId7"/>
    <p:sldId id="263" r:id="rId8"/>
    <p:sldId id="25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4B428E-A535-420C-916A-08004AB01B16}" v="67" dt="2025-11-23T14:24:02.628"/>
  </p1510:revLst>
</p1510:revInfo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rul srivastava" userId="a56b37f0866fee59" providerId="LiveId" clId="{6472C41C-EB63-487D-B01B-3B67E05C2277}"/>
    <pc:docChg chg="undo redo custSel addSld delSld modSld sldOrd">
      <pc:chgData name="parul srivastava" userId="a56b37f0866fee59" providerId="LiveId" clId="{6472C41C-EB63-487D-B01B-3B67E05C2277}" dt="2025-11-23T14:25:17.122" v="1496" actId="1076"/>
      <pc:docMkLst>
        <pc:docMk/>
      </pc:docMkLst>
      <pc:sldChg chg="modSp mod">
        <pc:chgData name="parul srivastava" userId="a56b37f0866fee59" providerId="LiveId" clId="{6472C41C-EB63-487D-B01B-3B67E05C2277}" dt="2025-11-23T12:45:29.778" v="30" actId="20577"/>
        <pc:sldMkLst>
          <pc:docMk/>
          <pc:sldMk cId="2103138928" sldId="256"/>
        </pc:sldMkLst>
        <pc:spChg chg="mod">
          <ac:chgData name="parul srivastava" userId="a56b37f0866fee59" providerId="LiveId" clId="{6472C41C-EB63-487D-B01B-3B67E05C2277}" dt="2025-11-23T12:45:29.778" v="30" actId="20577"/>
          <ac:spMkLst>
            <pc:docMk/>
            <pc:sldMk cId="2103138928" sldId="256"/>
            <ac:spMk id="2" creationId="{F718231D-513F-7E1C-E471-C22AE9F8A27F}"/>
          </ac:spMkLst>
        </pc:spChg>
      </pc:sldChg>
      <pc:sldChg chg="addSp delSp modSp new mod ord">
        <pc:chgData name="parul srivastava" userId="a56b37f0866fee59" providerId="LiveId" clId="{6472C41C-EB63-487D-B01B-3B67E05C2277}" dt="2025-11-23T12:58:17.762" v="185" actId="255"/>
        <pc:sldMkLst>
          <pc:docMk/>
          <pc:sldMk cId="1377791478" sldId="258"/>
        </pc:sldMkLst>
        <pc:spChg chg="mod">
          <ac:chgData name="parul srivastava" userId="a56b37f0866fee59" providerId="LiveId" clId="{6472C41C-EB63-487D-B01B-3B67E05C2277}" dt="2025-11-23T12:58:17.762" v="185" actId="255"/>
          <ac:spMkLst>
            <pc:docMk/>
            <pc:sldMk cId="1377791478" sldId="258"/>
            <ac:spMk id="2" creationId="{F611FF3E-A3DD-608F-1BE5-DB13F33B7B93}"/>
          </ac:spMkLst>
        </pc:spChg>
        <pc:spChg chg="del">
          <ac:chgData name="parul srivastava" userId="a56b37f0866fee59" providerId="LiveId" clId="{6472C41C-EB63-487D-B01B-3B67E05C2277}" dt="2025-11-23T12:51:03.951" v="68" actId="478"/>
          <ac:spMkLst>
            <pc:docMk/>
            <pc:sldMk cId="1377791478" sldId="258"/>
            <ac:spMk id="3" creationId="{13DE43A5-1DA6-4164-3B04-AE1F65962202}"/>
          </ac:spMkLst>
        </pc:spChg>
        <pc:picChg chg="add mod">
          <ac:chgData name="parul srivastava" userId="a56b37f0866fee59" providerId="LiveId" clId="{6472C41C-EB63-487D-B01B-3B67E05C2277}" dt="2025-11-23T12:53:57.768" v="102" actId="14100"/>
          <ac:picMkLst>
            <pc:docMk/>
            <pc:sldMk cId="1377791478" sldId="258"/>
            <ac:picMk id="5" creationId="{ABFD8A27-2E96-B6AC-B82C-66D3A63FFAB7}"/>
          </ac:picMkLst>
        </pc:picChg>
        <pc:picChg chg="add mod">
          <ac:chgData name="parul srivastava" userId="a56b37f0866fee59" providerId="LiveId" clId="{6472C41C-EB63-487D-B01B-3B67E05C2277}" dt="2025-11-23T12:55:30.417" v="106" actId="14100"/>
          <ac:picMkLst>
            <pc:docMk/>
            <pc:sldMk cId="1377791478" sldId="258"/>
            <ac:picMk id="7" creationId="{F04453CD-8A77-C09C-C766-1BEFD190A458}"/>
          </ac:picMkLst>
        </pc:picChg>
      </pc:sldChg>
      <pc:sldChg chg="del">
        <pc:chgData name="parul srivastava" userId="a56b37f0866fee59" providerId="LiveId" clId="{6472C41C-EB63-487D-B01B-3B67E05C2277}" dt="2025-11-23T12:45:41.224" v="32" actId="47"/>
        <pc:sldMkLst>
          <pc:docMk/>
          <pc:sldMk cId="2994749550" sldId="258"/>
        </pc:sldMkLst>
      </pc:sldChg>
      <pc:sldChg chg="modSp add del mod">
        <pc:chgData name="parul srivastava" userId="a56b37f0866fee59" providerId="LiveId" clId="{6472C41C-EB63-487D-B01B-3B67E05C2277}" dt="2025-11-23T14:08:54.405" v="1315" actId="47"/>
        <pc:sldMkLst>
          <pc:docMk/>
          <pc:sldMk cId="0" sldId="259"/>
        </pc:sldMkLst>
        <pc:spChg chg="mod">
          <ac:chgData name="parul srivastava" userId="a56b37f0866fee59" providerId="LiveId" clId="{6472C41C-EB63-487D-B01B-3B67E05C2277}" dt="2025-11-23T14:08:36.256" v="1307" actId="21"/>
          <ac:spMkLst>
            <pc:docMk/>
            <pc:sldMk cId="0" sldId="259"/>
            <ac:spMk id="2" creationId="{00000000-0000-0000-0000-000000000000}"/>
          </ac:spMkLst>
        </pc:spChg>
        <pc:spChg chg="mod">
          <ac:chgData name="parul srivastava" userId="a56b37f0866fee59" providerId="LiveId" clId="{6472C41C-EB63-487D-B01B-3B67E05C2277}" dt="2025-11-23T14:08:44.965" v="1309" actId="21"/>
          <ac:spMkLst>
            <pc:docMk/>
            <pc:sldMk cId="0" sldId="259"/>
            <ac:spMk id="3" creationId="{00000000-0000-0000-0000-000000000000}"/>
          </ac:spMkLst>
        </pc:spChg>
      </pc:sldChg>
      <pc:sldChg chg="del">
        <pc:chgData name="parul srivastava" userId="a56b37f0866fee59" providerId="LiveId" clId="{6472C41C-EB63-487D-B01B-3B67E05C2277}" dt="2025-11-23T12:45:40.983" v="31" actId="47"/>
        <pc:sldMkLst>
          <pc:docMk/>
          <pc:sldMk cId="1711105916" sldId="259"/>
        </pc:sldMkLst>
      </pc:sldChg>
      <pc:sldChg chg="new del">
        <pc:chgData name="parul srivastava" userId="a56b37f0866fee59" providerId="LiveId" clId="{6472C41C-EB63-487D-B01B-3B67E05C2277}" dt="2025-11-23T13:05:10.923" v="187" actId="47"/>
        <pc:sldMkLst>
          <pc:docMk/>
          <pc:sldMk cId="3915290188" sldId="259"/>
        </pc:sldMkLst>
      </pc:sldChg>
      <pc:sldChg chg="modSp add del mod">
        <pc:chgData name="parul srivastava" userId="a56b37f0866fee59" providerId="LiveId" clId="{6472C41C-EB63-487D-B01B-3B67E05C2277}" dt="2025-11-23T14:13:27.344" v="1388" actId="47"/>
        <pc:sldMkLst>
          <pc:docMk/>
          <pc:sldMk cId="0" sldId="260"/>
        </pc:sldMkLst>
        <pc:spChg chg="mod">
          <ac:chgData name="parul srivastava" userId="a56b37f0866fee59" providerId="LiveId" clId="{6472C41C-EB63-487D-B01B-3B67E05C2277}" dt="2025-11-23T14:09:00.833" v="1316" actId="21"/>
          <ac:spMkLst>
            <pc:docMk/>
            <pc:sldMk cId="0" sldId="260"/>
            <ac:spMk id="2" creationId="{00000000-0000-0000-0000-000000000000}"/>
          </ac:spMkLst>
        </pc:spChg>
        <pc:spChg chg="mod">
          <ac:chgData name="parul srivastava" userId="a56b37f0866fee59" providerId="LiveId" clId="{6472C41C-EB63-487D-B01B-3B67E05C2277}" dt="2025-11-23T14:09:08.907" v="1318" actId="21"/>
          <ac:spMkLst>
            <pc:docMk/>
            <pc:sldMk cId="0" sldId="260"/>
            <ac:spMk id="3" creationId="{00000000-0000-0000-0000-000000000000}"/>
          </ac:spMkLst>
        </pc:spChg>
      </pc:sldChg>
      <pc:sldChg chg="del">
        <pc:chgData name="parul srivastava" userId="a56b37f0866fee59" providerId="LiveId" clId="{6472C41C-EB63-487D-B01B-3B67E05C2277}" dt="2025-11-23T12:45:41.420" v="33" actId="47"/>
        <pc:sldMkLst>
          <pc:docMk/>
          <pc:sldMk cId="1299207187" sldId="260"/>
        </pc:sldMkLst>
      </pc:sldChg>
      <pc:sldChg chg="new del">
        <pc:chgData name="parul srivastava" userId="a56b37f0866fee59" providerId="LiveId" clId="{6472C41C-EB63-487D-B01B-3B67E05C2277}" dt="2025-11-23T13:05:11.929" v="188" actId="47"/>
        <pc:sldMkLst>
          <pc:docMk/>
          <pc:sldMk cId="1304439151" sldId="260"/>
        </pc:sldMkLst>
      </pc:sldChg>
      <pc:sldChg chg="addSp delSp modSp add mod ord">
        <pc:chgData name="parul srivastava" userId="a56b37f0866fee59" providerId="LiveId" clId="{6472C41C-EB63-487D-B01B-3B67E05C2277}" dt="2025-11-23T14:25:17.122" v="1496" actId="1076"/>
        <pc:sldMkLst>
          <pc:docMk/>
          <pc:sldMk cId="0" sldId="261"/>
        </pc:sldMkLst>
        <pc:spChg chg="add del mod">
          <ac:chgData name="parul srivastava" userId="a56b37f0866fee59" providerId="LiveId" clId="{6472C41C-EB63-487D-B01B-3B67E05C2277}" dt="2025-11-23T14:25:11.507" v="1495" actId="1076"/>
          <ac:spMkLst>
            <pc:docMk/>
            <pc:sldMk cId="0" sldId="261"/>
            <ac:spMk id="2" creationId="{00000000-0000-0000-0000-000000000000}"/>
          </ac:spMkLst>
        </pc:spChg>
        <pc:spChg chg="del mod">
          <ac:chgData name="parul srivastava" userId="a56b37f0866fee59" providerId="LiveId" clId="{6472C41C-EB63-487D-B01B-3B67E05C2277}" dt="2025-11-23T14:14:52.997" v="1411" actId="478"/>
          <ac:spMkLst>
            <pc:docMk/>
            <pc:sldMk cId="0" sldId="261"/>
            <ac:spMk id="3" creationId="{00000000-0000-0000-0000-000000000000}"/>
          </ac:spMkLst>
        </pc:spChg>
        <pc:spChg chg="add del mod">
          <ac:chgData name="parul srivastava" userId="a56b37f0866fee59" providerId="LiveId" clId="{6472C41C-EB63-487D-B01B-3B67E05C2277}" dt="2025-11-23T14:13:20.384" v="1387" actId="478"/>
          <ac:spMkLst>
            <pc:docMk/>
            <pc:sldMk cId="0" sldId="261"/>
            <ac:spMk id="4" creationId="{00000000-0000-0000-0000-000000000000}"/>
          </ac:spMkLst>
        </pc:spChg>
        <pc:spChg chg="add del mod">
          <ac:chgData name="parul srivastava" userId="a56b37f0866fee59" providerId="LiveId" clId="{6472C41C-EB63-487D-B01B-3B67E05C2277}" dt="2025-11-23T14:13:17.195" v="1386" actId="478"/>
          <ac:spMkLst>
            <pc:docMk/>
            <pc:sldMk cId="0" sldId="261"/>
            <ac:spMk id="5" creationId="{00000000-0000-0000-0000-000000000000}"/>
          </ac:spMkLst>
        </pc:spChg>
        <pc:spChg chg="add del mod">
          <ac:chgData name="parul srivastava" userId="a56b37f0866fee59" providerId="LiveId" clId="{6472C41C-EB63-487D-B01B-3B67E05C2277}" dt="2025-11-23T14:11:25.153" v="1382" actId="21"/>
          <ac:spMkLst>
            <pc:docMk/>
            <pc:sldMk cId="0" sldId="261"/>
            <ac:spMk id="7" creationId="{B3F5CC37-EC5E-922F-222A-0B384F5AD797}"/>
          </ac:spMkLst>
        </pc:spChg>
        <pc:spChg chg="add del mod">
          <ac:chgData name="parul srivastava" userId="a56b37f0866fee59" providerId="LiveId" clId="{6472C41C-EB63-487D-B01B-3B67E05C2277}" dt="2025-11-23T14:24:02.628" v="1485"/>
          <ac:spMkLst>
            <pc:docMk/>
            <pc:sldMk cId="0" sldId="261"/>
            <ac:spMk id="9" creationId="{2491599D-137D-8813-517C-C3A5244E4A3F}"/>
          </ac:spMkLst>
        </pc:spChg>
        <pc:graphicFrameChg chg="add mod modGraphic">
          <ac:chgData name="parul srivastava" userId="a56b37f0866fee59" providerId="LiveId" clId="{6472C41C-EB63-487D-B01B-3B67E05C2277}" dt="2025-11-23T14:25:17.122" v="1496" actId="1076"/>
          <ac:graphicFrameMkLst>
            <pc:docMk/>
            <pc:sldMk cId="0" sldId="261"/>
            <ac:graphicFrameMk id="10" creationId="{EB003A07-8C95-EAC9-25EC-3E23A283722D}"/>
          </ac:graphicFrameMkLst>
        </pc:graphicFrameChg>
      </pc:sldChg>
      <pc:sldChg chg="new del">
        <pc:chgData name="parul srivastava" userId="a56b37f0866fee59" providerId="LiveId" clId="{6472C41C-EB63-487D-B01B-3B67E05C2277}" dt="2025-11-23T13:05:13.160" v="189" actId="47"/>
        <pc:sldMkLst>
          <pc:docMk/>
          <pc:sldMk cId="1765371672" sldId="261"/>
        </pc:sldMkLst>
      </pc:sldChg>
      <pc:sldChg chg="del">
        <pc:chgData name="parul srivastava" userId="a56b37f0866fee59" providerId="LiveId" clId="{6472C41C-EB63-487D-B01B-3B67E05C2277}" dt="2025-11-23T12:45:41.604" v="34" actId="47"/>
        <pc:sldMkLst>
          <pc:docMk/>
          <pc:sldMk cId="3592092482" sldId="261"/>
        </pc:sldMkLst>
      </pc:sldChg>
      <pc:sldChg chg="del">
        <pc:chgData name="parul srivastava" userId="a56b37f0866fee59" providerId="LiveId" clId="{6472C41C-EB63-487D-B01B-3B67E05C2277}" dt="2025-11-23T12:45:41.964" v="35" actId="47"/>
        <pc:sldMkLst>
          <pc:docMk/>
          <pc:sldMk cId="1941140656" sldId="262"/>
        </pc:sldMkLst>
      </pc:sldChg>
      <pc:sldChg chg="addSp delSp modSp new del mod">
        <pc:chgData name="parul srivastava" userId="a56b37f0866fee59" providerId="LiveId" clId="{6472C41C-EB63-487D-B01B-3B67E05C2277}" dt="2025-11-23T13:31:11.762" v="753" actId="47"/>
        <pc:sldMkLst>
          <pc:docMk/>
          <pc:sldMk cId="2842671546" sldId="262"/>
        </pc:sldMkLst>
        <pc:spChg chg="del">
          <ac:chgData name="parul srivastava" userId="a56b37f0866fee59" providerId="LiveId" clId="{6472C41C-EB63-487D-B01B-3B67E05C2277}" dt="2025-11-23T13:27:36.830" v="639"/>
          <ac:spMkLst>
            <pc:docMk/>
            <pc:sldMk cId="2842671546" sldId="262"/>
            <ac:spMk id="2" creationId="{D8F2999F-BEA5-8459-D532-DF7A6DF91DAF}"/>
          </ac:spMkLst>
        </pc:spChg>
        <pc:spChg chg="mod">
          <ac:chgData name="parul srivastava" userId="a56b37f0866fee59" providerId="LiveId" clId="{6472C41C-EB63-487D-B01B-3B67E05C2277}" dt="2025-11-23T13:30:04.566" v="752" actId="20577"/>
          <ac:spMkLst>
            <pc:docMk/>
            <pc:sldMk cId="2842671546" sldId="262"/>
            <ac:spMk id="3" creationId="{183A12A2-7244-D625-4686-E5A244E595A5}"/>
          </ac:spMkLst>
        </pc:spChg>
        <pc:spChg chg="add mod">
          <ac:chgData name="parul srivastava" userId="a56b37f0866fee59" providerId="LiveId" clId="{6472C41C-EB63-487D-B01B-3B67E05C2277}" dt="2025-11-23T13:27:48.256" v="650" actId="5793"/>
          <ac:spMkLst>
            <pc:docMk/>
            <pc:sldMk cId="2842671546" sldId="262"/>
            <ac:spMk id="4" creationId="{02D916D7-E8FE-288A-7043-42BDE6FEE75C}"/>
          </ac:spMkLst>
        </pc:spChg>
      </pc:sldChg>
      <pc:sldChg chg="del">
        <pc:chgData name="parul srivastava" userId="a56b37f0866fee59" providerId="LiveId" clId="{6472C41C-EB63-487D-B01B-3B67E05C2277}" dt="2025-11-23T12:45:42.318" v="36" actId="47"/>
        <pc:sldMkLst>
          <pc:docMk/>
          <pc:sldMk cId="2123757893" sldId="263"/>
        </pc:sldMkLst>
      </pc:sldChg>
      <pc:sldChg chg="addSp delSp modSp new mod">
        <pc:chgData name="parul srivastava" userId="a56b37f0866fee59" providerId="LiveId" clId="{6472C41C-EB63-487D-B01B-3B67E05C2277}" dt="2025-11-23T14:07:42.382" v="1285" actId="113"/>
        <pc:sldMkLst>
          <pc:docMk/>
          <pc:sldMk cId="2890728927" sldId="263"/>
        </pc:sldMkLst>
        <pc:spChg chg="mod">
          <ac:chgData name="parul srivastava" userId="a56b37f0866fee59" providerId="LiveId" clId="{6472C41C-EB63-487D-B01B-3B67E05C2277}" dt="2025-11-23T14:07:42.382" v="1285" actId="113"/>
          <ac:spMkLst>
            <pc:docMk/>
            <pc:sldMk cId="2890728927" sldId="263"/>
            <ac:spMk id="2" creationId="{34AA8CED-AF5D-031D-C53D-72643280871D}"/>
          </ac:spMkLst>
        </pc:spChg>
        <pc:spChg chg="del mod">
          <ac:chgData name="parul srivastava" userId="a56b37f0866fee59" providerId="LiveId" clId="{6472C41C-EB63-487D-B01B-3B67E05C2277}" dt="2025-11-23T13:51:51.330" v="920"/>
          <ac:spMkLst>
            <pc:docMk/>
            <pc:sldMk cId="2890728927" sldId="263"/>
            <ac:spMk id="3" creationId="{E589A70F-F953-F0BA-150F-D23F5235262B}"/>
          </ac:spMkLst>
        </pc:spChg>
        <pc:spChg chg="add mod">
          <ac:chgData name="parul srivastava" userId="a56b37f0866fee59" providerId="LiveId" clId="{6472C41C-EB63-487D-B01B-3B67E05C2277}" dt="2025-11-23T13:55:04.300" v="959" actId="20577"/>
          <ac:spMkLst>
            <pc:docMk/>
            <pc:sldMk cId="2890728927" sldId="263"/>
            <ac:spMk id="4" creationId="{45A7AAD3-631F-287A-F15E-405CB233AEBC}"/>
          </ac:spMkLst>
        </pc:spChg>
        <pc:spChg chg="add">
          <ac:chgData name="parul srivastava" userId="a56b37f0866fee59" providerId="LiveId" clId="{6472C41C-EB63-487D-B01B-3B67E05C2277}" dt="2025-11-23T13:52:08.946" v="922"/>
          <ac:spMkLst>
            <pc:docMk/>
            <pc:sldMk cId="2890728927" sldId="263"/>
            <ac:spMk id="5" creationId="{F6F8600D-7DCD-1E6D-8689-9273DE0E1123}"/>
          </ac:spMkLst>
        </pc:spChg>
        <pc:spChg chg="add">
          <ac:chgData name="parul srivastava" userId="a56b37f0866fee59" providerId="LiveId" clId="{6472C41C-EB63-487D-B01B-3B67E05C2277}" dt="2025-11-23T13:52:13.493" v="923"/>
          <ac:spMkLst>
            <pc:docMk/>
            <pc:sldMk cId="2890728927" sldId="263"/>
            <ac:spMk id="6" creationId="{9B7F3C85-E21C-D4E3-6750-7D67AC46803C}"/>
          </ac:spMkLst>
        </pc:spChg>
        <pc:spChg chg="add del mod">
          <ac:chgData name="parul srivastava" userId="a56b37f0866fee59" providerId="LiveId" clId="{6472C41C-EB63-487D-B01B-3B67E05C2277}" dt="2025-11-23T13:53:01.320" v="932" actId="478"/>
          <ac:spMkLst>
            <pc:docMk/>
            <pc:sldMk cId="2890728927" sldId="263"/>
            <ac:spMk id="7" creationId="{59921142-2F7B-589A-3A8C-E0D22247E075}"/>
          </ac:spMkLst>
        </pc:spChg>
        <pc:spChg chg="add del mod">
          <ac:chgData name="parul srivastava" userId="a56b37f0866fee59" providerId="LiveId" clId="{6472C41C-EB63-487D-B01B-3B67E05C2277}" dt="2025-11-23T13:54:15.286" v="943"/>
          <ac:spMkLst>
            <pc:docMk/>
            <pc:sldMk cId="2890728927" sldId="263"/>
            <ac:spMk id="8" creationId="{66CD6102-5479-F6EF-15BF-CB2BB587B6D5}"/>
          </ac:spMkLst>
        </pc:spChg>
      </pc:sldChg>
      <pc:sldChg chg="modSp add mod">
        <pc:chgData name="parul srivastava" userId="a56b37f0866fee59" providerId="LiveId" clId="{6472C41C-EB63-487D-B01B-3B67E05C2277}" dt="2025-11-23T14:07:54.389" v="1286" actId="113"/>
        <pc:sldMkLst>
          <pc:docMk/>
          <pc:sldMk cId="0" sldId="264"/>
        </pc:sldMkLst>
        <pc:spChg chg="mod">
          <ac:chgData name="parul srivastava" userId="a56b37f0866fee59" providerId="LiveId" clId="{6472C41C-EB63-487D-B01B-3B67E05C2277}" dt="2025-11-23T14:07:54.389" v="1286" actId="113"/>
          <ac:spMkLst>
            <pc:docMk/>
            <pc:sldMk cId="0" sldId="264"/>
            <ac:spMk id="2" creationId="{00000000-0000-0000-0000-000000000000}"/>
          </ac:spMkLst>
        </pc:spChg>
        <pc:spChg chg="mod">
          <ac:chgData name="parul srivastava" userId="a56b37f0866fee59" providerId="LiveId" clId="{6472C41C-EB63-487D-B01B-3B67E05C2277}" dt="2025-11-23T14:01:23.704" v="1202" actId="20577"/>
          <ac:spMkLst>
            <pc:docMk/>
            <pc:sldMk cId="0" sldId="264"/>
            <ac:spMk id="3" creationId="{00000000-0000-0000-0000-000000000000}"/>
          </ac:spMkLst>
        </pc:spChg>
      </pc:sldChg>
      <pc:sldChg chg="del">
        <pc:chgData name="parul srivastava" userId="a56b37f0866fee59" providerId="LiveId" clId="{6472C41C-EB63-487D-B01B-3B67E05C2277}" dt="2025-11-23T12:45:42.591" v="37" actId="47"/>
        <pc:sldMkLst>
          <pc:docMk/>
          <pc:sldMk cId="1359470307" sldId="264"/>
        </pc:sldMkLst>
      </pc:sldChg>
      <pc:sldChg chg="del">
        <pc:chgData name="parul srivastava" userId="a56b37f0866fee59" providerId="LiveId" clId="{6472C41C-EB63-487D-B01B-3B67E05C2277}" dt="2025-11-23T12:45:42.850" v="38" actId="47"/>
        <pc:sldMkLst>
          <pc:docMk/>
          <pc:sldMk cId="1705932119" sldId="265"/>
        </pc:sldMkLst>
      </pc:sldChg>
      <pc:sldChg chg="add del">
        <pc:chgData name="parul srivastava" userId="a56b37f0866fee59" providerId="LiveId" clId="{6472C41C-EB63-487D-B01B-3B67E05C2277}" dt="2025-11-23T13:31:33.230" v="766" actId="47"/>
        <pc:sldMkLst>
          <pc:docMk/>
          <pc:sldMk cId="1858009145" sldId="265"/>
        </pc:sldMkLst>
      </pc:sldChg>
      <pc:sldChg chg="addSp delSp modSp add mod">
        <pc:chgData name="parul srivastava" userId="a56b37f0866fee59" providerId="LiveId" clId="{6472C41C-EB63-487D-B01B-3B67E05C2277}" dt="2025-11-23T14:07:32.529" v="1284" actId="113"/>
        <pc:sldMkLst>
          <pc:docMk/>
          <pc:sldMk cId="0" sldId="266"/>
        </pc:sldMkLst>
        <pc:spChg chg="add del mod">
          <ac:chgData name="parul srivastava" userId="a56b37f0866fee59" providerId="LiveId" clId="{6472C41C-EB63-487D-B01B-3B67E05C2277}" dt="2025-11-23T13:37:07.033" v="900" actId="21"/>
          <ac:spMkLst>
            <pc:docMk/>
            <pc:sldMk cId="0" sldId="266"/>
            <ac:spMk id="2" creationId="{00000000-0000-0000-0000-000000000000}"/>
          </ac:spMkLst>
        </pc:spChg>
        <pc:spChg chg="del">
          <ac:chgData name="parul srivastava" userId="a56b37f0866fee59" providerId="LiveId" clId="{6472C41C-EB63-487D-B01B-3B67E05C2277}" dt="2025-11-23T13:37:20.827" v="903" actId="21"/>
          <ac:spMkLst>
            <pc:docMk/>
            <pc:sldMk cId="0" sldId="266"/>
            <ac:spMk id="3" creationId="{00000000-0000-0000-0000-000000000000}"/>
          </ac:spMkLst>
        </pc:spChg>
        <pc:spChg chg="add del mod">
          <ac:chgData name="parul srivastava" userId="a56b37f0866fee59" providerId="LiveId" clId="{6472C41C-EB63-487D-B01B-3B67E05C2277}" dt="2025-11-23T13:37:01.420" v="897" actId="21"/>
          <ac:spMkLst>
            <pc:docMk/>
            <pc:sldMk cId="0" sldId="266"/>
            <ac:spMk id="5" creationId="{9DFCD36A-45A4-8F7F-BB8E-8E68ED23335F}"/>
          </ac:spMkLst>
        </pc:spChg>
        <pc:spChg chg="add mod">
          <ac:chgData name="parul srivastava" userId="a56b37f0866fee59" providerId="LiveId" clId="{6472C41C-EB63-487D-B01B-3B67E05C2277}" dt="2025-11-23T14:07:32.529" v="1284" actId="113"/>
          <ac:spMkLst>
            <pc:docMk/>
            <pc:sldMk cId="0" sldId="266"/>
            <ac:spMk id="7" creationId="{24542535-8B20-5C32-7024-49D51C7C7C70}"/>
          </ac:spMkLst>
        </pc:spChg>
        <pc:spChg chg="add mod">
          <ac:chgData name="parul srivastava" userId="a56b37f0866fee59" providerId="LiveId" clId="{6472C41C-EB63-487D-B01B-3B67E05C2277}" dt="2025-11-23T14:07:24.215" v="1282" actId="1076"/>
          <ac:spMkLst>
            <pc:docMk/>
            <pc:sldMk cId="0" sldId="266"/>
            <ac:spMk id="9" creationId="{45A554F1-7E02-8563-FB1F-F207EC42AAC5}"/>
          </ac:spMkLst>
        </pc:spChg>
        <pc:spChg chg="add del mod">
          <ac:chgData name="parul srivastava" userId="a56b37f0866fee59" providerId="LiveId" clId="{6472C41C-EB63-487D-B01B-3B67E05C2277}" dt="2025-11-23T14:06:11.112" v="1254" actId="478"/>
          <ac:spMkLst>
            <pc:docMk/>
            <pc:sldMk cId="0" sldId="266"/>
            <ac:spMk id="10" creationId="{5727A681-25C5-8219-23AA-E5D6FA3D9FB6}"/>
          </ac:spMkLst>
        </pc:spChg>
      </pc:sldChg>
      <pc:sldChg chg="del">
        <pc:chgData name="parul srivastava" userId="a56b37f0866fee59" providerId="LiveId" clId="{6472C41C-EB63-487D-B01B-3B67E05C2277}" dt="2025-11-23T12:45:43.158" v="39" actId="47"/>
        <pc:sldMkLst>
          <pc:docMk/>
          <pc:sldMk cId="3664124613" sldId="266"/>
        </pc:sldMkLst>
      </pc:sldChg>
      <pc:sldChg chg="addSp delSp modSp new mod ord">
        <pc:chgData name="parul srivastava" userId="a56b37f0866fee59" providerId="LiveId" clId="{6472C41C-EB63-487D-B01B-3B67E05C2277}" dt="2025-11-23T14:14:42.902" v="1410"/>
        <pc:sldMkLst>
          <pc:docMk/>
          <pc:sldMk cId="1664812334" sldId="267"/>
        </pc:sldMkLst>
        <pc:spChg chg="mod">
          <ac:chgData name="parul srivastava" userId="a56b37f0866fee59" providerId="LiveId" clId="{6472C41C-EB63-487D-B01B-3B67E05C2277}" dt="2025-11-23T14:09:55.446" v="1366" actId="20577"/>
          <ac:spMkLst>
            <pc:docMk/>
            <pc:sldMk cId="1664812334" sldId="267"/>
            <ac:spMk id="2" creationId="{CEE3EC9A-68CF-2332-9D4F-95D0525B5BDD}"/>
          </ac:spMkLst>
        </pc:spChg>
        <pc:spChg chg="mod">
          <ac:chgData name="parul srivastava" userId="a56b37f0866fee59" providerId="LiveId" clId="{6472C41C-EB63-487D-B01B-3B67E05C2277}" dt="2025-11-23T14:10:17.464" v="1371" actId="1076"/>
          <ac:spMkLst>
            <pc:docMk/>
            <pc:sldMk cId="1664812334" sldId="267"/>
            <ac:spMk id="3" creationId="{43D9A0C5-BAE9-8A6B-D876-6D07B66ED5F7}"/>
          </ac:spMkLst>
        </pc:spChg>
        <pc:spChg chg="mod">
          <ac:chgData name="parul srivastava" userId="a56b37f0866fee59" providerId="LiveId" clId="{6472C41C-EB63-487D-B01B-3B67E05C2277}" dt="2025-11-23T14:14:29.079" v="1407" actId="20577"/>
          <ac:spMkLst>
            <pc:docMk/>
            <pc:sldMk cId="1664812334" sldId="267"/>
            <ac:spMk id="4" creationId="{E2061838-DC0B-78F5-5998-849E0FF6DF7D}"/>
          </ac:spMkLst>
        </pc:spChg>
        <pc:spChg chg="mod">
          <ac:chgData name="parul srivastava" userId="a56b37f0866fee59" providerId="LiveId" clId="{6472C41C-EB63-487D-B01B-3B67E05C2277}" dt="2025-11-23T14:12:57.758" v="1384" actId="1076"/>
          <ac:spMkLst>
            <pc:docMk/>
            <pc:sldMk cId="1664812334" sldId="267"/>
            <ac:spMk id="5" creationId="{8473AC69-59BD-40F2-647E-AF0F88A9A1B3}"/>
          </ac:spMkLst>
        </pc:spChg>
        <pc:spChg chg="mod">
          <ac:chgData name="parul srivastava" userId="a56b37f0866fee59" providerId="LiveId" clId="{6472C41C-EB63-487D-B01B-3B67E05C2277}" dt="2025-11-23T14:14:42.902" v="1410"/>
          <ac:spMkLst>
            <pc:docMk/>
            <pc:sldMk cId="1664812334" sldId="267"/>
            <ac:spMk id="6" creationId="{4E367B29-BE4E-B325-94CC-D7D6DBEE9F5C}"/>
          </ac:spMkLst>
        </pc:spChg>
        <pc:spChg chg="add del mod">
          <ac:chgData name="parul srivastava" userId="a56b37f0866fee59" providerId="LiveId" clId="{6472C41C-EB63-487D-B01B-3B67E05C2277}" dt="2025-11-23T14:11:22.634" v="1381"/>
          <ac:spMkLst>
            <pc:docMk/>
            <pc:sldMk cId="1664812334" sldId="267"/>
            <ac:spMk id="7" creationId="{00000000-0000-0000-0000-000000000000}"/>
          </ac:spMkLst>
        </pc:spChg>
      </pc:sldChg>
      <pc:sldChg chg="del">
        <pc:chgData name="parul srivastava" userId="a56b37f0866fee59" providerId="LiveId" clId="{6472C41C-EB63-487D-B01B-3B67E05C2277}" dt="2025-11-23T12:45:43.792" v="41" actId="47"/>
        <pc:sldMkLst>
          <pc:docMk/>
          <pc:sldMk cId="2665346485" sldId="267"/>
        </pc:sldMkLst>
      </pc:sldChg>
      <pc:sldChg chg="del">
        <pc:chgData name="parul srivastava" userId="a56b37f0866fee59" providerId="LiveId" clId="{6472C41C-EB63-487D-B01B-3B67E05C2277}" dt="2025-11-23T12:45:44.040" v="42" actId="47"/>
        <pc:sldMkLst>
          <pc:docMk/>
          <pc:sldMk cId="1037467742" sldId="268"/>
        </pc:sldMkLst>
      </pc:sldChg>
      <pc:sldChg chg="del">
        <pc:chgData name="parul srivastava" userId="a56b37f0866fee59" providerId="LiveId" clId="{6472C41C-EB63-487D-B01B-3B67E05C2277}" dt="2025-11-23T12:45:44.308" v="43" actId="47"/>
        <pc:sldMkLst>
          <pc:docMk/>
          <pc:sldMk cId="3491320007" sldId="269"/>
        </pc:sldMkLst>
      </pc:sldChg>
      <pc:sldChg chg="del">
        <pc:chgData name="parul srivastava" userId="a56b37f0866fee59" providerId="LiveId" clId="{6472C41C-EB63-487D-B01B-3B67E05C2277}" dt="2025-11-23T12:45:43.500" v="40" actId="47"/>
        <pc:sldMkLst>
          <pc:docMk/>
          <pc:sldMk cId="4138358175" sldId="270"/>
        </pc:sldMkLst>
      </pc:sldChg>
      <pc:sldChg chg="del">
        <pc:chgData name="parul srivastava" userId="a56b37f0866fee59" providerId="LiveId" clId="{6472C41C-EB63-487D-B01B-3B67E05C2277}" dt="2025-11-23T12:45:44.611" v="44" actId="47"/>
        <pc:sldMkLst>
          <pc:docMk/>
          <pc:sldMk cId="3866869001" sldId="271"/>
        </pc:sldMkLst>
      </pc:sldChg>
      <pc:sldChg chg="del">
        <pc:chgData name="parul srivastava" userId="a56b37f0866fee59" providerId="LiveId" clId="{6472C41C-EB63-487D-B01B-3B67E05C2277}" dt="2025-11-23T12:45:44.955" v="45" actId="47"/>
        <pc:sldMkLst>
          <pc:docMk/>
          <pc:sldMk cId="3983611442" sldId="272"/>
        </pc:sldMkLst>
      </pc:sldChg>
      <pc:sldChg chg="del">
        <pc:chgData name="parul srivastava" userId="a56b37f0866fee59" providerId="LiveId" clId="{6472C41C-EB63-487D-B01B-3B67E05C2277}" dt="2025-11-23T12:45:46.083" v="47" actId="47"/>
        <pc:sldMkLst>
          <pc:docMk/>
          <pc:sldMk cId="2370130354" sldId="273"/>
        </pc:sldMkLst>
      </pc:sldChg>
      <pc:sldChg chg="del">
        <pc:chgData name="parul srivastava" userId="a56b37f0866fee59" providerId="LiveId" clId="{6472C41C-EB63-487D-B01B-3B67E05C2277}" dt="2025-11-23T12:45:45.203" v="46" actId="47"/>
        <pc:sldMkLst>
          <pc:docMk/>
          <pc:sldMk cId="916109796" sldId="274"/>
        </pc:sldMkLst>
      </pc:sldChg>
      <pc:sldChg chg="delSp del mod">
        <pc:chgData name="parul srivastava" userId="a56b37f0866fee59" providerId="LiveId" clId="{6472C41C-EB63-487D-B01B-3B67E05C2277}" dt="2025-11-23T12:45:53.738" v="49" actId="47"/>
        <pc:sldMkLst>
          <pc:docMk/>
          <pc:sldMk cId="522365678" sldId="275"/>
        </pc:sldMkLst>
        <pc:spChg chg="del">
          <ac:chgData name="parul srivastava" userId="a56b37f0866fee59" providerId="LiveId" clId="{6472C41C-EB63-487D-B01B-3B67E05C2277}" dt="2025-11-23T12:45:50.026" v="48" actId="478"/>
          <ac:spMkLst>
            <pc:docMk/>
            <pc:sldMk cId="522365678" sldId="275"/>
            <ac:spMk id="5" creationId="{F0D146EC-B81E-B26F-0270-F7DE011721B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C728F-92CF-3DC9-CD9E-2E3A68C739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E69586-E01B-213C-4F76-540BFBF302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6F92EE-83D8-E9DD-29D3-0CD38EDED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7287B-BA26-48C2-A58F-49F4D6225B03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B0F07C-290F-AD04-DA15-80725EAF5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B5525D-BADB-3521-A0E8-E4CF6A6A8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89375-C9ED-40D8-89A3-3C16C2E757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76047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79CDF-F467-818D-85CE-E5D82401C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0816CA-B737-10B5-20F7-6E174C5F78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1C27F3-5CD4-71CF-227C-3A384DE12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7287B-BA26-48C2-A58F-49F4D6225B03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F99BD7-BA01-673B-0D37-A8AFEBBC7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A87E49-E74B-815A-1BD6-954474150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89375-C9ED-40D8-89A3-3C16C2E757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23306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5C219-9A3A-E221-9827-9AB0C60E8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96EF3E-24EE-B70F-0965-85BFF04EE0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850015-6A00-173F-7108-201585F70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7287B-BA26-48C2-A58F-49F4D6225B03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AFABE4-3D22-FB44-3BE3-D994A7B5C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768702-5D29-B1D9-FB25-D8ED2AF8A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89375-C9ED-40D8-89A3-3C16C2E757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3039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36E7E-2998-D9EA-96F2-2D6D6ADB2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F633ED-C989-D088-8714-9CD282483E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0F44C8-D556-56A8-EAE1-35EF39CD63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4294CA-1594-FA16-B5E8-A5EE570AE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7287B-BA26-48C2-A58F-49F4D6225B03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8FC6F3-DAE8-7C19-4891-ECDD5397E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70AA0D-B6A5-CAAA-E7A9-BFE3DA1AF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89375-C9ED-40D8-89A3-3C16C2E757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0328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9A881-9865-61C5-BF04-A3550002B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2763DF-9648-81B5-F446-54D678A7B0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549C7F-8A47-D0A7-F057-F6F8BE6A03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830D22-F014-E292-FF47-8DC3F4F6D8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DB31EE-4F32-B062-5E3F-B9E4B33C65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3B812D-89AC-8C42-F2BB-4BD6F68BA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7287B-BA26-48C2-A58F-49F4D6225B03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E02991-A463-3818-40E5-51CD40E84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E95F01-39AA-B655-F42F-F044F116A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89375-C9ED-40D8-89A3-3C16C2E757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1778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EF20E-A911-7F3C-01A4-A596C6225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1AC4FE-974F-382C-E9B9-EFBAEBE1E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7287B-BA26-48C2-A58F-49F4D6225B03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635C53-4925-C3BA-9E3A-69933CC5B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7AD8B1-D0C3-9363-AECF-34A2AC01F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89375-C9ED-40D8-89A3-3C16C2E757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3008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F2D5FA-DE96-461B-FC74-3ABC45F93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7287B-BA26-48C2-A58F-49F4D6225B03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5F4578-6581-18E8-0F1E-32F794096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3A553E-F87D-45A0-D8F4-BF93417D8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89375-C9ED-40D8-89A3-3C16C2E757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30845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FC4AC-4B65-F810-F5A2-EB80E8023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4383B-1595-E727-512E-633227B957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FEE713-CF2B-0A69-D9B1-B2B5D55DD5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485B37-BDC7-C474-9062-6B2F2BD19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7287B-BA26-48C2-A58F-49F4D6225B03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0601AE-4000-1EE6-0AA0-379D75C8B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981709-74FC-6AA3-015A-0FA3F67B5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89375-C9ED-40D8-89A3-3C16C2E757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87269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DA2A9-2780-23D8-EA9B-633854AE1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9BDD69-27AA-1FE4-B326-301BF38D24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33BA79-6981-297D-A773-20FAB3DB6B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98DA9F-FD4F-8804-D121-33D771B75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7287B-BA26-48C2-A58F-49F4D6225B03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949338-0430-04BD-871D-EFA917023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5BE83A-210A-001B-4916-E90972FC7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89375-C9ED-40D8-89A3-3C16C2E757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6588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F9E50-B1FF-C3D6-2C67-A770C9541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560DA7-2290-0F1E-56C0-B5DE391A2E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443E5F-566C-052D-02C9-8AA477A73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7287B-BA26-48C2-A58F-49F4D6225B03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40C4D-BD14-F240-3C97-59AD95EA1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6C0D1E-DC45-B93A-4575-7D4EB29CD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89375-C9ED-40D8-89A3-3C16C2E757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12707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BC649D-EC82-9D8A-D98F-D7B4AD292F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09EE4B-0F6D-EE85-7B3F-59A325FC25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4874D8-09A3-66FE-4705-CC4BFE28A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7287B-BA26-48C2-A58F-49F4D6225B03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8A22F4-A0D6-7B94-2FC2-D2332D8E5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B729B-325F-1D3B-E80C-ABDBDE4A7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89375-C9ED-40D8-89A3-3C16C2E757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8875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F1E0FD-7E3D-22B7-B087-60A9EDE43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06EBC1-A6E3-7227-806C-66A2B847E2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B98BBC-B690-08C8-9C0E-1A12A80566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D7287B-BA26-48C2-A58F-49F4D6225B03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09B434-8277-C301-9F97-992207B540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B65D6E-83F9-E58C-AB8A-F6D0828E6D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F89375-C9ED-40D8-89A3-3C16C2E757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9666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library/math.html" TargetMode="External"/><Relationship Id="rId7" Type="http://schemas.openxmlformats.org/officeDocument/2006/relationships/hyperlink" Target="https://www.tutorialspoint.com/python/python_gui_programming.htm" TargetMode="External"/><Relationship Id="rId2" Type="http://schemas.openxmlformats.org/officeDocument/2006/relationships/hyperlink" Target="https://docs.python.org/3/library/tkinter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geeksforgeeks.org/python-simple-gui-calculator-using-tkinter/" TargetMode="External"/><Relationship Id="rId5" Type="http://schemas.openxmlformats.org/officeDocument/2006/relationships/hyperlink" Target="https://realpython.com/python-gui-tkinter/" TargetMode="External"/><Relationship Id="rId4" Type="http://schemas.openxmlformats.org/officeDocument/2006/relationships/hyperlink" Target="https://tkdocs.com/tutorial/index.html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8231D-513F-7E1C-E471-C22AE9F8A2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45150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NextHikes</a:t>
            </a:r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IT Solutions GUI Python Calculator Project Using </a:t>
            </a:r>
            <a:r>
              <a:rPr lang="en-US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Tkinter</a:t>
            </a:r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endParaRPr lang="en-IN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0CF110-C37C-48B7-7FA2-8D80FBD891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90503" y="5902786"/>
            <a:ext cx="4345858" cy="468517"/>
          </a:xfrm>
        </p:spPr>
        <p:txBody>
          <a:bodyPr/>
          <a:lstStyle/>
          <a:p>
            <a:r>
              <a:rPr lang="en-US" dirty="0"/>
              <a:t>- Presented by Parul Srivastava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3138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1FF3E-A3DD-608F-1BE5-DB13F33B7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438" y="119319"/>
            <a:ext cx="11865077" cy="647597"/>
          </a:xfrm>
        </p:spPr>
        <p:txBody>
          <a:bodyPr>
            <a:normAutofit/>
          </a:bodyPr>
          <a:lstStyle/>
          <a:p>
            <a:r>
              <a:rPr lang="en-US" sz="3600" b="1" dirty="0"/>
              <a:t>GUI Python Calculator – Basic &amp; Scientific with Mode Switch</a:t>
            </a:r>
            <a:endParaRPr lang="en-IN" sz="36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FD8A27-2E96-B6AC-B82C-66D3A63FFA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7858" y="816993"/>
            <a:ext cx="3942736" cy="59216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04453CD-8A77-C09C-C766-1BEFD190A4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603" y="816993"/>
            <a:ext cx="3944558" cy="5909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7914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09486"/>
            <a:ext cx="10990006" cy="824579"/>
          </a:xfrm>
        </p:spPr>
        <p:txBody>
          <a:bodyPr/>
          <a:lstStyle/>
          <a:p>
            <a:r>
              <a:rPr b="1" dirty="0"/>
              <a:t>Overview of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137366"/>
            <a:ext cx="11668432" cy="561114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dirty="0"/>
              <a:t>• </a:t>
            </a:r>
            <a:r>
              <a:rPr lang="en-US" dirty="0"/>
              <a:t>Build P</a:t>
            </a:r>
            <a:r>
              <a:rPr dirty="0"/>
              <a:t>ython-based GUI Calculator using </a:t>
            </a:r>
            <a:r>
              <a:rPr dirty="0" err="1"/>
              <a:t>Tkinter</a:t>
            </a:r>
            <a:r>
              <a:rPr lang="en-US" dirty="0"/>
              <a:t>, math libraries in Visual Studio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lang="en-US" dirty="0"/>
              <a:t>Created Switch button to t</a:t>
            </a:r>
            <a:r>
              <a:rPr dirty="0"/>
              <a:t>oggle between Basic and Scientific modes</a:t>
            </a:r>
            <a:r>
              <a:rPr lang="en-US" dirty="0"/>
              <a:t> of the calculator. Keeping users in mind, I have input everything in one specific   application so that the users don’t need to switch around multiple resources to calculate certain things.</a:t>
            </a:r>
            <a:endParaRPr dirty="0"/>
          </a:p>
          <a:p>
            <a:pPr marL="0" indent="0">
              <a:buNone/>
            </a:pPr>
            <a:r>
              <a:rPr dirty="0"/>
              <a:t>• Organized using Object-Oriented Programming (OOP)</a:t>
            </a:r>
          </a:p>
          <a:p>
            <a:pPr marL="0" indent="0">
              <a:buNone/>
            </a:pPr>
            <a:r>
              <a:rPr dirty="0"/>
              <a:t>• Supports scientific functions like sin</a:t>
            </a:r>
            <a:r>
              <a:rPr lang="en-US" dirty="0"/>
              <a:t>(</a:t>
            </a:r>
            <a:r>
              <a:rPr dirty="0"/>
              <a:t>, cos</a:t>
            </a:r>
            <a:r>
              <a:rPr lang="en-US" dirty="0"/>
              <a:t>(</a:t>
            </a:r>
            <a:r>
              <a:rPr dirty="0"/>
              <a:t>,</a:t>
            </a:r>
            <a:r>
              <a:rPr lang="en-US" dirty="0"/>
              <a:t> tan(, </a:t>
            </a:r>
            <a:r>
              <a:rPr dirty="0"/>
              <a:t>log</a:t>
            </a:r>
            <a:r>
              <a:rPr lang="en-US" dirty="0"/>
              <a:t>(</a:t>
            </a:r>
            <a:r>
              <a:rPr dirty="0"/>
              <a:t>, sqrt</a:t>
            </a:r>
            <a:r>
              <a:rPr lang="en-US" dirty="0"/>
              <a:t>(</a:t>
            </a:r>
            <a:r>
              <a:rPr dirty="0"/>
              <a:t>, </a:t>
            </a:r>
            <a:r>
              <a:rPr lang="en-US" dirty="0"/>
              <a:t>pi (</a:t>
            </a:r>
            <a:r>
              <a:rPr dirty="0"/>
              <a:t>π</a:t>
            </a:r>
            <a:r>
              <a:rPr lang="en-US" dirty="0"/>
              <a:t>)</a:t>
            </a:r>
            <a:r>
              <a:rPr dirty="0"/>
              <a:t>, e</a:t>
            </a:r>
          </a:p>
          <a:p>
            <a:pPr marL="0" indent="0">
              <a:buNone/>
            </a:pPr>
            <a:r>
              <a:rPr dirty="0"/>
              <a:t>• Includes </a:t>
            </a:r>
            <a:r>
              <a:rPr lang="en-US" dirty="0"/>
              <a:t>AC (All Clear), DEL (Delete)</a:t>
            </a:r>
            <a:r>
              <a:rPr dirty="0"/>
              <a:t> button</a:t>
            </a:r>
            <a:r>
              <a:rPr lang="en-US" dirty="0"/>
              <a:t>s</a:t>
            </a:r>
            <a:r>
              <a:rPr dirty="0"/>
              <a:t>, Evaluate button (=), and responsive display box</a:t>
            </a:r>
            <a:endParaRPr lang="en-US" dirty="0"/>
          </a:p>
          <a:p>
            <a:pPr marL="0" indent="0">
              <a:buNone/>
            </a:pPr>
            <a:r>
              <a:rPr lang="en-IN" dirty="0"/>
              <a:t>• </a:t>
            </a:r>
            <a:r>
              <a:rPr lang="en-IN" dirty="0" err="1"/>
              <a:t>Tkinter</a:t>
            </a:r>
            <a:r>
              <a:rPr lang="en-IN" dirty="0"/>
              <a:t> library is used because it comes pre-installed with most python distributions, making it convenient for beginners &amp; quick project development. It offers a relatively straightforward and intuitive API for creating widgets like buttons, entry fields, and labels. 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3EC9A-68CF-2332-9D4F-95D0525B5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716423"/>
          </a:xfrm>
        </p:spPr>
        <p:txBody>
          <a:bodyPr/>
          <a:lstStyle/>
          <a:p>
            <a:r>
              <a:rPr lang="en-US" b="1" dirty="0"/>
              <a:t>Key Features of Advanced Calculator</a:t>
            </a:r>
            <a:endParaRPr lang="en-IN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D9A0C5-BAE9-8A6B-D876-6D07B66ED5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025474"/>
            <a:ext cx="5157787" cy="823912"/>
          </a:xfrm>
        </p:spPr>
        <p:txBody>
          <a:bodyPr/>
          <a:lstStyle/>
          <a:p>
            <a:r>
              <a:rPr lang="en-IN" dirty="0"/>
              <a:t>Basic Calculator Mode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061838-DC0B-78F5-5998-849E0FF6DF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8213" y="1965300"/>
            <a:ext cx="5157787" cy="368458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Includes:</a:t>
            </a:r>
          </a:p>
          <a:p>
            <a:pPr marL="0" indent="0">
              <a:buNone/>
            </a:pPr>
            <a:r>
              <a:rPr lang="en-US" dirty="0"/>
              <a:t>• Digits: 0–9</a:t>
            </a:r>
          </a:p>
          <a:p>
            <a:pPr marL="0" indent="0">
              <a:buNone/>
            </a:pPr>
            <a:r>
              <a:rPr lang="en-US" dirty="0"/>
              <a:t>• Operators: +, -, *, /</a:t>
            </a:r>
          </a:p>
          <a:p>
            <a:pPr marL="0" indent="0">
              <a:buNone/>
            </a:pPr>
            <a:r>
              <a:rPr lang="en-US" dirty="0"/>
              <a:t>• Decimal point</a:t>
            </a:r>
          </a:p>
          <a:p>
            <a:pPr marL="0" indent="0">
              <a:buNone/>
            </a:pPr>
            <a:r>
              <a:rPr lang="en-US" dirty="0"/>
              <a:t>• Equal button (=)</a:t>
            </a:r>
          </a:p>
          <a:p>
            <a:pPr marL="0" indent="0">
              <a:buNone/>
            </a:pPr>
            <a:r>
              <a:rPr lang="en-US" dirty="0"/>
              <a:t>• AC (clear screen)</a:t>
            </a:r>
          </a:p>
          <a:p>
            <a:pPr marL="0" indent="0">
              <a:buNone/>
            </a:pPr>
            <a:r>
              <a:rPr lang="en-US" dirty="0"/>
              <a:t>• DEL (deletes one character at a time)</a:t>
            </a:r>
          </a:p>
          <a:p>
            <a:pPr marL="0" indent="0">
              <a:buNone/>
            </a:pPr>
            <a:r>
              <a:rPr lang="en-IN" dirty="0"/>
              <a:t>'=' evaluates using Python eval()</a:t>
            </a:r>
          </a:p>
          <a:p>
            <a:pPr marL="0" indent="0">
              <a:buNone/>
            </a:pPr>
            <a:r>
              <a:rPr lang="en-US" dirty="0"/>
              <a:t>• Errors (invalid expressions) return 'Error'</a:t>
            </a:r>
          </a:p>
          <a:p>
            <a:r>
              <a:rPr lang="en-US" dirty="0"/>
              <a:t>This mode loads by default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73AC69-59BD-40F2-647E-AF0F88A9A1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9024" y="1422759"/>
            <a:ext cx="5183188" cy="426627"/>
          </a:xfrm>
        </p:spPr>
        <p:txBody>
          <a:bodyPr/>
          <a:lstStyle/>
          <a:p>
            <a:r>
              <a:rPr lang="en-IN" dirty="0"/>
              <a:t>Scientific Calculator Mode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367B29-BE4E-B325-94CC-D7D6DBEE9F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0522" y="1965300"/>
            <a:ext cx="5183188" cy="368458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Additional functions:</a:t>
            </a:r>
          </a:p>
          <a:p>
            <a:pPr marL="0" indent="0">
              <a:buNone/>
            </a:pPr>
            <a:r>
              <a:rPr lang="en-IN" dirty="0"/>
              <a:t>• Trigonometry: sin, cos, tan</a:t>
            </a:r>
          </a:p>
          <a:p>
            <a:pPr marL="0" indent="0">
              <a:buNone/>
            </a:pPr>
            <a:r>
              <a:rPr lang="en-IN" dirty="0"/>
              <a:t>• Logarithmic: log</a:t>
            </a:r>
          </a:p>
          <a:p>
            <a:pPr marL="0" indent="0">
              <a:buNone/>
            </a:pPr>
            <a:r>
              <a:rPr lang="en-IN" dirty="0"/>
              <a:t>• Constants: pi (</a:t>
            </a:r>
            <a:r>
              <a:rPr lang="el-GR" dirty="0"/>
              <a:t>π), </a:t>
            </a:r>
            <a:r>
              <a:rPr lang="en-IN" dirty="0"/>
              <a:t>e</a:t>
            </a:r>
          </a:p>
          <a:p>
            <a:pPr marL="0" indent="0">
              <a:buNone/>
            </a:pPr>
            <a:r>
              <a:rPr lang="en-IN" dirty="0"/>
              <a:t>• Operators: %, (), √, power(^)</a:t>
            </a:r>
          </a:p>
          <a:p>
            <a:r>
              <a:rPr lang="en-IN" dirty="0"/>
              <a:t>Uses math library for advanced evaluation.</a:t>
            </a:r>
          </a:p>
          <a:p>
            <a:r>
              <a:rPr lang="en-IN" dirty="0"/>
              <a:t>Algebraic expressions</a:t>
            </a:r>
          </a:p>
          <a:p>
            <a:r>
              <a:rPr lang="en-US" dirty="0"/>
              <a:t>User inputs build a string expression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48123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3843" y="227474"/>
            <a:ext cx="11282517" cy="804914"/>
          </a:xfrm>
        </p:spPr>
        <p:txBody>
          <a:bodyPr>
            <a:noAutofit/>
          </a:bodyPr>
          <a:lstStyle/>
          <a:p>
            <a:r>
              <a:rPr lang="en-US" sz="3600" b="1" dirty="0"/>
              <a:t>Benefits of Python GUI Advanced Calculator vs Website Calculators</a:t>
            </a:r>
            <a:endParaRPr sz="3600" b="1" dirty="0"/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EB003A07-8C95-EAC9-25EC-3E23A283722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646373"/>
              </p:ext>
            </p:extLst>
          </p:nvPr>
        </p:nvGraphicFramePr>
        <p:xfrm>
          <a:off x="845574" y="1158416"/>
          <a:ext cx="10500852" cy="5472110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3500284">
                  <a:extLst>
                    <a:ext uri="{9D8B030D-6E8A-4147-A177-3AD203B41FA5}">
                      <a16:colId xmlns:a16="http://schemas.microsoft.com/office/drawing/2014/main" val="3657553621"/>
                    </a:ext>
                  </a:extLst>
                </a:gridCol>
                <a:gridCol w="3500284">
                  <a:extLst>
                    <a:ext uri="{9D8B030D-6E8A-4147-A177-3AD203B41FA5}">
                      <a16:colId xmlns:a16="http://schemas.microsoft.com/office/drawing/2014/main" val="109295591"/>
                    </a:ext>
                  </a:extLst>
                </a:gridCol>
                <a:gridCol w="3500284">
                  <a:extLst>
                    <a:ext uri="{9D8B030D-6E8A-4147-A177-3AD203B41FA5}">
                      <a16:colId xmlns:a16="http://schemas.microsoft.com/office/drawing/2014/main" val="2568707025"/>
                    </a:ext>
                  </a:extLst>
                </a:gridCol>
              </a:tblGrid>
              <a:tr h="2561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Feature</a:t>
                      </a:r>
                      <a:endParaRPr lang="en-IN" sz="1600" dirty="0"/>
                    </a:p>
                  </a:txBody>
                  <a:tcPr marL="51802" marR="51802" marT="25901" marB="25901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Python GUI Advanced Calculator</a:t>
                      </a:r>
                      <a:endParaRPr lang="en-IN" sz="1600"/>
                    </a:p>
                  </a:txBody>
                  <a:tcPr marL="51802" marR="51802" marT="25901" marB="25901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Website Calculator</a:t>
                      </a:r>
                      <a:endParaRPr lang="en-IN" sz="1600" dirty="0"/>
                    </a:p>
                  </a:txBody>
                  <a:tcPr marL="51802" marR="51802" marT="25901" marB="25901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6181833"/>
                  </a:ext>
                </a:extLst>
              </a:tr>
              <a:tr h="4481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Internet Requirement</a:t>
                      </a:r>
                      <a:endParaRPr lang="en-IN" sz="1400" dirty="0"/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❌ No internet needed; fully offline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🌐 Requires internet or browser loading</a:t>
                      </a:r>
                    </a:p>
                  </a:txBody>
                  <a:tcPr marL="51802" marR="51802" marT="25901" marB="25901" anchor="ctr"/>
                </a:tc>
                <a:extLst>
                  <a:ext uri="{0D108BD9-81ED-4DB2-BD59-A6C34878D82A}">
                    <a16:rowId xmlns:a16="http://schemas.microsoft.com/office/drawing/2014/main" val="238522029"/>
                  </a:ext>
                </a:extLst>
              </a:tr>
              <a:tr h="4481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Speed &amp; Performance</a:t>
                      </a:r>
                      <a:endParaRPr lang="en-IN" sz="1400" dirty="0"/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⚡ Very fast (local execution)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⏳ Depends on browser speed &amp; network</a:t>
                      </a:r>
                    </a:p>
                  </a:txBody>
                  <a:tcPr marL="51802" marR="51802" marT="25901" marB="25901" anchor="ctr"/>
                </a:tc>
                <a:extLst>
                  <a:ext uri="{0D108BD9-81ED-4DB2-BD59-A6C34878D82A}">
                    <a16:rowId xmlns:a16="http://schemas.microsoft.com/office/drawing/2014/main" val="106507204"/>
                  </a:ext>
                </a:extLst>
              </a:tr>
              <a:tr h="2561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User Interface</a:t>
                      </a:r>
                      <a:endParaRPr lang="en-IN" sz="1400"/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🧭 Clean, distraction-free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📢 Often ads, pop-ups, clutter</a:t>
                      </a:r>
                    </a:p>
                  </a:txBody>
                  <a:tcPr marL="51802" marR="51802" marT="25901" marB="25901" anchor="ctr"/>
                </a:tc>
                <a:extLst>
                  <a:ext uri="{0D108BD9-81ED-4DB2-BD59-A6C34878D82A}">
                    <a16:rowId xmlns:a16="http://schemas.microsoft.com/office/drawing/2014/main" val="1356974829"/>
                  </a:ext>
                </a:extLst>
              </a:tr>
              <a:tr h="4481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Mode Switching</a:t>
                      </a:r>
                      <a:r>
                        <a:rPr lang="en-IN" sz="1400"/>
                        <a:t> (Basic ↔ Scientific)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✔️ One-click toggle inside the app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❌ Usually separate pages or complex menus</a:t>
                      </a:r>
                    </a:p>
                  </a:txBody>
                  <a:tcPr marL="51802" marR="51802" marT="25901" marB="25901" anchor="ctr"/>
                </a:tc>
                <a:extLst>
                  <a:ext uri="{0D108BD9-81ED-4DB2-BD59-A6C34878D82A}">
                    <a16:rowId xmlns:a16="http://schemas.microsoft.com/office/drawing/2014/main" val="2489141869"/>
                  </a:ext>
                </a:extLst>
              </a:tr>
              <a:tr h="4481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Theme Options</a:t>
                      </a:r>
                      <a:r>
                        <a:rPr lang="en-IN" sz="1400"/>
                        <a:t> (Light/Dark)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✔️ Customizable themes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❌ Mostly fixed theme, limited options</a:t>
                      </a:r>
                    </a:p>
                  </a:txBody>
                  <a:tcPr marL="51802" marR="51802" marT="25901" marB="25901" anchor="ctr"/>
                </a:tc>
                <a:extLst>
                  <a:ext uri="{0D108BD9-81ED-4DB2-BD59-A6C34878D82A}">
                    <a16:rowId xmlns:a16="http://schemas.microsoft.com/office/drawing/2014/main" val="2261957675"/>
                  </a:ext>
                </a:extLst>
              </a:tr>
              <a:tr h="4481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Customization</a:t>
                      </a:r>
                      <a:endParaRPr lang="en-IN" sz="1400"/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🎛️ Fully customizable (add features)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❌ Not customizable by users</a:t>
                      </a:r>
                    </a:p>
                  </a:txBody>
                  <a:tcPr marL="51802" marR="51802" marT="25901" marB="25901" anchor="ctr"/>
                </a:tc>
                <a:extLst>
                  <a:ext uri="{0D108BD9-81ED-4DB2-BD59-A6C34878D82A}">
                    <a16:rowId xmlns:a16="http://schemas.microsoft.com/office/drawing/2014/main" val="2964097056"/>
                  </a:ext>
                </a:extLst>
              </a:tr>
              <a:tr h="4481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Privacy</a:t>
                      </a:r>
                      <a:endParaRPr lang="en-IN" sz="1400"/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🔒 100% private, no tracking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⚠️ May track usage, cookies, analytics</a:t>
                      </a:r>
                    </a:p>
                  </a:txBody>
                  <a:tcPr marL="51802" marR="51802" marT="25901" marB="25901" anchor="ctr"/>
                </a:tc>
                <a:extLst>
                  <a:ext uri="{0D108BD9-81ED-4DB2-BD59-A6C34878D82A}">
                    <a16:rowId xmlns:a16="http://schemas.microsoft.com/office/drawing/2014/main" val="3677862261"/>
                  </a:ext>
                </a:extLst>
              </a:tr>
              <a:tr h="4481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Accessibility</a:t>
                      </a:r>
                      <a:endParaRPr lang="en-IN" sz="1400"/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🔍 Adjustable UI, big buttons, shortcuts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♿ Limited accessibility; fixed layout</a:t>
                      </a:r>
                    </a:p>
                  </a:txBody>
                  <a:tcPr marL="51802" marR="51802" marT="25901" marB="25901" anchor="ctr"/>
                </a:tc>
                <a:extLst>
                  <a:ext uri="{0D108BD9-81ED-4DB2-BD59-A6C34878D82A}">
                    <a16:rowId xmlns:a16="http://schemas.microsoft.com/office/drawing/2014/main" val="1644378747"/>
                  </a:ext>
                </a:extLst>
              </a:tr>
              <a:tr h="2561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Performance Stability</a:t>
                      </a:r>
                      <a:endParaRPr lang="en-IN" sz="1400"/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🚀 Consistent across all computers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🔄 Varies by browser &amp; device</a:t>
                      </a:r>
                    </a:p>
                  </a:txBody>
                  <a:tcPr marL="51802" marR="51802" marT="25901" marB="25901" anchor="ctr"/>
                </a:tc>
                <a:extLst>
                  <a:ext uri="{0D108BD9-81ED-4DB2-BD59-A6C34878D82A}">
                    <a16:rowId xmlns:a16="http://schemas.microsoft.com/office/drawing/2014/main" val="3103003003"/>
                  </a:ext>
                </a:extLst>
              </a:tr>
              <a:tr h="4481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Offline Availability</a:t>
                      </a:r>
                      <a:endParaRPr lang="en-IN" sz="1400"/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✔️ Always available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❌ Not usable without browser/internet</a:t>
                      </a:r>
                    </a:p>
                  </a:txBody>
                  <a:tcPr marL="51802" marR="51802" marT="25901" marB="25901" anchor="ctr"/>
                </a:tc>
                <a:extLst>
                  <a:ext uri="{0D108BD9-81ED-4DB2-BD59-A6C34878D82A}">
                    <a16:rowId xmlns:a16="http://schemas.microsoft.com/office/drawing/2014/main" val="3094494681"/>
                  </a:ext>
                </a:extLst>
              </a:tr>
              <a:tr h="2561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Educational Value</a:t>
                      </a:r>
                      <a:endParaRPr lang="en-IN" sz="1400"/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📘 Helps learn Python, UI, logic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❌ No educational value</a:t>
                      </a:r>
                    </a:p>
                  </a:txBody>
                  <a:tcPr marL="51802" marR="51802" marT="25901" marB="25901" anchor="ctr"/>
                </a:tc>
                <a:extLst>
                  <a:ext uri="{0D108BD9-81ED-4DB2-BD59-A6C34878D82A}">
                    <a16:rowId xmlns:a16="http://schemas.microsoft.com/office/drawing/2014/main" val="3979975282"/>
                  </a:ext>
                </a:extLst>
              </a:tr>
              <a:tr h="2561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Design Flexibility</a:t>
                      </a:r>
                      <a:endParaRPr lang="en-IN" sz="1400"/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🎨 Fully editable source code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🚫 Cannot modify website UI</a:t>
                      </a:r>
                    </a:p>
                  </a:txBody>
                  <a:tcPr marL="51802" marR="51802" marT="25901" marB="25901" anchor="ctr"/>
                </a:tc>
                <a:extLst>
                  <a:ext uri="{0D108BD9-81ED-4DB2-BD59-A6C34878D82A}">
                    <a16:rowId xmlns:a16="http://schemas.microsoft.com/office/drawing/2014/main" val="3169474339"/>
                  </a:ext>
                </a:extLst>
              </a:tr>
              <a:tr h="2561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Memory &amp; History</a:t>
                      </a:r>
                      <a:endParaRPr lang="en-IN" sz="1400"/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✔️ Easily add history panel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❌ Not available on most sites</a:t>
                      </a:r>
                    </a:p>
                  </a:txBody>
                  <a:tcPr marL="51802" marR="51802" marT="25901" marB="25901" anchor="ctr"/>
                </a:tc>
                <a:extLst>
                  <a:ext uri="{0D108BD9-81ED-4DB2-BD59-A6C34878D82A}">
                    <a16:rowId xmlns:a16="http://schemas.microsoft.com/office/drawing/2014/main" val="2453885147"/>
                  </a:ext>
                </a:extLst>
              </a:tr>
              <a:tr h="2561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Security</a:t>
                      </a:r>
                      <a:endParaRPr lang="en-IN" sz="1400"/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🔐 No external vulnerabilities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🌍 Browser-based risks possible</a:t>
                      </a:r>
                    </a:p>
                  </a:txBody>
                  <a:tcPr marL="51802" marR="51802" marT="25901" marB="25901" anchor="ctr"/>
                </a:tc>
                <a:extLst>
                  <a:ext uri="{0D108BD9-81ED-4DB2-BD59-A6C34878D82A}">
                    <a16:rowId xmlns:a16="http://schemas.microsoft.com/office/drawing/2014/main" val="125863244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4542535-8B20-5C32-7024-49D51C7C7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178" y="342490"/>
            <a:ext cx="10515600" cy="677094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Key Challenges &amp; Solutions</a:t>
            </a:r>
            <a:endParaRPr lang="en-IN" b="1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5A554F1-7E02-8563-FB1F-F207EC42AA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859" y="1272252"/>
            <a:ext cx="11404339" cy="5108884"/>
          </a:xfrm>
        </p:spPr>
        <p:txBody>
          <a:bodyPr>
            <a:normAutofit fontScale="70000" lnSpcReduction="20000"/>
          </a:bodyPr>
          <a:lstStyle/>
          <a:p>
            <a:r>
              <a:rPr lang="en-IN" b="1" dirty="0"/>
              <a:t>Dynamic Interface Management</a:t>
            </a:r>
            <a:r>
              <a:rPr lang="en-IN" dirty="0"/>
              <a:t>: </a:t>
            </a:r>
            <a:r>
              <a:rPr lang="en-US" dirty="0"/>
              <a:t>The primary challenge is dynamically showing or hiding the extra scientific buttons (sin, cos, etc.) without overlapping existing elements or requiring a fixed window size.</a:t>
            </a:r>
          </a:p>
          <a:p>
            <a:pPr marL="0" indent="0">
              <a:buNone/>
            </a:pPr>
            <a:r>
              <a:rPr lang="en-US" b="1" dirty="0"/>
              <a:t>Handling</a:t>
            </a:r>
            <a:r>
              <a:rPr lang="en-US" dirty="0"/>
              <a:t>: This is best managed using layout managers like grid() in </a:t>
            </a:r>
            <a:r>
              <a:rPr lang="en-US" dirty="0" err="1"/>
              <a:t>Tkinter</a:t>
            </a:r>
            <a:r>
              <a:rPr lang="en-US" dirty="0"/>
              <a:t>, grouping basic and scientific buttons into separate Frames. The scientific frame can be hidden or shown instantly using methods such as </a:t>
            </a:r>
            <a:r>
              <a:rPr lang="en-US" dirty="0" err="1"/>
              <a:t>grid_remove</a:t>
            </a:r>
            <a:r>
              <a:rPr lang="en-US" dirty="0"/>
              <a:t>() or grid() when the mode switch is toggled.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Mathematical Logic and Error Handling: </a:t>
            </a:r>
            <a:r>
              <a:rPr lang="en-US" dirty="0"/>
              <a:t>Implementing advanced operations while correctly maintaining the order of operations (PEMDAS/BODMAS) and preventing crashes from invalid inputs (e.g., dividing by zero or logarithm of a negative number) is complex.</a:t>
            </a:r>
          </a:p>
          <a:p>
            <a:pPr marL="0" indent="0">
              <a:buNone/>
            </a:pPr>
            <a:r>
              <a:rPr lang="en-US" b="1" dirty="0"/>
              <a:t>Handling</a:t>
            </a:r>
            <a:r>
              <a:rPr lang="en-US" dirty="0"/>
              <a:t>: The use of Python's secure expression parsers (or careful handling with eval() after strict input sanitization) can manage the order of operations. Robust try-except blocks must be wrapped around all mathematical evaluations to catch and display user-friendly "Error" messages instead of crashing the program.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Code Structure and Maintainability: </a:t>
            </a:r>
            <a:r>
              <a:rPr lang="en-US" dirty="0"/>
              <a:t>As functions increase, the code can quickly become unmanageable with repetitive logic and tangled function calls.</a:t>
            </a:r>
          </a:p>
          <a:p>
            <a:pPr marL="0" indent="0">
              <a:buNone/>
            </a:pPr>
            <a:r>
              <a:rPr lang="en-US" b="1" dirty="0"/>
              <a:t>Handling</a:t>
            </a:r>
            <a:r>
              <a:rPr lang="en-US" dirty="0"/>
              <a:t>: Applying Object-Oriented Programming (OOP) principles to structure the code into logical components (e.g., a UI class and a Logic class) ensures maintainability. Centralizing button handling into a single, generic function also reduces redundancy and keeps the codebase clean.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A8CED-AF5D-031D-C53D-726432808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710" y="501494"/>
            <a:ext cx="10515600" cy="745920"/>
          </a:xfrm>
        </p:spPr>
        <p:txBody>
          <a:bodyPr/>
          <a:lstStyle/>
          <a:p>
            <a:r>
              <a:rPr lang="en-US" b="1" dirty="0"/>
              <a:t>References:</a:t>
            </a:r>
            <a:endParaRPr lang="en-IN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5A7AAD3-631F-287A-F15E-405CB233AEB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7304" y="1555192"/>
            <a:ext cx="11161238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Tkinter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(Python GUI) Official Docs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2"/>
              </a:rPr>
              <a:t>https://docs.python.org/3/library/tkinter.html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Source of all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Tkinter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widget descriptions (Buttons, Frames, Entry, Layout, etc.)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Python Math Library Docs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3"/>
              </a:rPr>
              <a:t>https://docs.python.org/3/library/math.html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Basis for scientific functions (sin, cos, log, sqrt…).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b="1" dirty="0">
                <a:latin typeface="Arial" panose="020B0604020202020204" pitchFamily="34" charset="0"/>
              </a:rPr>
              <a:t> </a:t>
            </a:r>
            <a:r>
              <a:rPr lang="en-US" altLang="en-US" sz="1800" b="1" dirty="0" err="1">
                <a:latin typeface="Arial" panose="020B0604020202020204" pitchFamily="34" charset="0"/>
              </a:rPr>
              <a:t>TkDocs</a:t>
            </a:r>
            <a:r>
              <a:rPr lang="en-US" altLang="en-US" sz="1800" b="1" dirty="0">
                <a:latin typeface="Arial" panose="020B0604020202020204" pitchFamily="34" charset="0"/>
              </a:rPr>
              <a:t> – </a:t>
            </a:r>
            <a:r>
              <a:rPr lang="en-US" altLang="en-US" sz="1800" b="1" dirty="0" err="1">
                <a:latin typeface="Arial" panose="020B0604020202020204" pitchFamily="34" charset="0"/>
              </a:rPr>
              <a:t>Tkinter</a:t>
            </a:r>
            <a:r>
              <a:rPr lang="en-US" altLang="en-US" sz="1800" b="1" dirty="0">
                <a:latin typeface="Arial" panose="020B0604020202020204" pitchFamily="34" charset="0"/>
              </a:rPr>
              <a:t> Tutorial</a:t>
            </a:r>
            <a:br>
              <a:rPr lang="en-US" altLang="en-US" sz="1800" dirty="0">
                <a:latin typeface="Arial" panose="020B0604020202020204" pitchFamily="34" charset="0"/>
              </a:rPr>
            </a:br>
            <a:r>
              <a:rPr lang="en-US" altLang="en-US" sz="1800" dirty="0">
                <a:latin typeface="Arial" panose="020B0604020202020204" pitchFamily="34" charset="0"/>
                <a:hlinkClick r:id="rId4"/>
              </a:rPr>
              <a:t>https://tkdocs.com/tutorial/index.html</a:t>
            </a:r>
            <a:br>
              <a:rPr lang="en-US" altLang="en-US" sz="1800" dirty="0">
                <a:latin typeface="Arial" panose="020B0604020202020204" pitchFamily="34" charset="0"/>
              </a:rPr>
            </a:br>
            <a:r>
              <a:rPr lang="en-US" altLang="en-US" sz="1800" dirty="0">
                <a:latin typeface="Arial" panose="020B0604020202020204" pitchFamily="34" charset="0"/>
              </a:rPr>
              <a:t>A highly reliable step-by-step guide for beginners &amp; advanced GUI designing.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b="1" dirty="0">
                <a:latin typeface="Arial" panose="020B0604020202020204" pitchFamily="34" charset="0"/>
              </a:rPr>
              <a:t> Real Python – </a:t>
            </a:r>
            <a:r>
              <a:rPr lang="en-US" altLang="en-US" sz="1800" b="1" dirty="0" err="1">
                <a:latin typeface="Arial" panose="020B0604020202020204" pitchFamily="34" charset="0"/>
              </a:rPr>
              <a:t>Tkinter</a:t>
            </a:r>
            <a:r>
              <a:rPr lang="en-US" altLang="en-US" sz="1800" b="1" dirty="0">
                <a:latin typeface="Arial" panose="020B0604020202020204" pitchFamily="34" charset="0"/>
              </a:rPr>
              <a:t> Guide</a:t>
            </a:r>
            <a:br>
              <a:rPr lang="en-US" altLang="en-US" sz="1800" dirty="0">
                <a:latin typeface="Arial" panose="020B0604020202020204" pitchFamily="34" charset="0"/>
              </a:rPr>
            </a:br>
            <a:r>
              <a:rPr lang="en-US" altLang="en-US" sz="1800" dirty="0">
                <a:latin typeface="Arial" panose="020B0604020202020204" pitchFamily="34" charset="0"/>
                <a:hlinkClick r:id="rId5"/>
              </a:rPr>
              <a:t>https://realpython.com/python-gui-tkinter/</a:t>
            </a:r>
            <a:br>
              <a:rPr lang="en-US" altLang="en-US" sz="1800" dirty="0">
                <a:latin typeface="Arial" panose="020B0604020202020204" pitchFamily="34" charset="0"/>
              </a:rPr>
            </a:br>
            <a:r>
              <a:rPr lang="en-US" altLang="en-US" sz="1800" dirty="0">
                <a:latin typeface="Arial" panose="020B0604020202020204" pitchFamily="34" charset="0"/>
              </a:rPr>
              <a:t>Used for event handling, widget placement, and command binding.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b="1" dirty="0" err="1">
                <a:latin typeface="Arial" panose="020B0604020202020204" pitchFamily="34" charset="0"/>
              </a:rPr>
              <a:t>GeeksforGeeks</a:t>
            </a:r>
            <a:r>
              <a:rPr lang="en-US" altLang="en-US" sz="1800" b="1" dirty="0">
                <a:latin typeface="Arial" panose="020B0604020202020204" pitchFamily="34" charset="0"/>
              </a:rPr>
              <a:t> – Calculator using </a:t>
            </a:r>
            <a:r>
              <a:rPr lang="en-US" altLang="en-US" sz="1800" b="1" dirty="0" err="1">
                <a:latin typeface="Arial" panose="020B0604020202020204" pitchFamily="34" charset="0"/>
              </a:rPr>
              <a:t>Tkinter</a:t>
            </a:r>
            <a:br>
              <a:rPr lang="en-US" altLang="en-US" sz="1800" dirty="0">
                <a:latin typeface="Arial" panose="020B0604020202020204" pitchFamily="34" charset="0"/>
              </a:rPr>
            </a:br>
            <a:r>
              <a:rPr lang="en-US" altLang="en-US" sz="1800" dirty="0">
                <a:latin typeface="Arial" panose="020B0604020202020204" pitchFamily="34" charset="0"/>
                <a:hlinkClick r:id="rId6"/>
              </a:rPr>
              <a:t>https://www.geeksforgeeks.org/python-simple-gui-calculator-using-tkinter/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b="1" dirty="0" err="1">
                <a:latin typeface="Arial" panose="020B0604020202020204" pitchFamily="34" charset="0"/>
              </a:rPr>
              <a:t>TutorialsPoint</a:t>
            </a:r>
            <a:r>
              <a:rPr lang="en-US" altLang="en-US" sz="1800" b="1" dirty="0">
                <a:latin typeface="Arial" panose="020B0604020202020204" pitchFamily="34" charset="0"/>
              </a:rPr>
              <a:t> – </a:t>
            </a:r>
            <a:r>
              <a:rPr lang="en-US" altLang="en-US" sz="1800" b="1" dirty="0" err="1">
                <a:latin typeface="Arial" panose="020B0604020202020204" pitchFamily="34" charset="0"/>
              </a:rPr>
              <a:t>Tkinter</a:t>
            </a:r>
            <a:r>
              <a:rPr lang="en-US" altLang="en-US" sz="1800" b="1" dirty="0">
                <a:latin typeface="Arial" panose="020B0604020202020204" pitchFamily="34" charset="0"/>
              </a:rPr>
              <a:t> Calculator Examples</a:t>
            </a:r>
            <a:br>
              <a:rPr lang="en-US" altLang="en-US" sz="1800" b="1" dirty="0">
                <a:latin typeface="Arial" panose="020B0604020202020204" pitchFamily="34" charset="0"/>
              </a:rPr>
            </a:br>
            <a:r>
              <a:rPr lang="en-US" altLang="en-US" sz="1800" dirty="0">
                <a:latin typeface="Arial" panose="020B0604020202020204" pitchFamily="34" charset="0"/>
                <a:hlinkClick r:id="rId7"/>
              </a:rPr>
              <a:t>https://www.tutorialspoint.com/python/python_gui_programming.htm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07289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56B1571-B0A7-C76D-C8CB-8F5514D50D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5846" y="4762245"/>
            <a:ext cx="9144000" cy="1655762"/>
          </a:xfrm>
        </p:spPr>
        <p:txBody>
          <a:bodyPr>
            <a:normAutofit/>
          </a:bodyPr>
          <a:lstStyle/>
          <a:p>
            <a:r>
              <a:rPr lang="en-US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Thank You…</a:t>
            </a:r>
            <a:endParaRPr lang="en-IN" sz="54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635169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</TotalTime>
  <Words>956</Words>
  <Application>Microsoft Office PowerPoint</Application>
  <PresentationFormat>Widescreen</PresentationFormat>
  <Paragraphs>94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NextHikes IT Solutions GUI Python Calculator Project Using Tkinter </vt:lpstr>
      <vt:lpstr>GUI Python Calculator – Basic &amp; Scientific with Mode Switch</vt:lpstr>
      <vt:lpstr>Overview of the Project</vt:lpstr>
      <vt:lpstr>Key Features of Advanced Calculator</vt:lpstr>
      <vt:lpstr>Benefits of Python GUI Advanced Calculator vs Website Calculators</vt:lpstr>
      <vt:lpstr>Key Challenges &amp; Solutions</vt:lpstr>
      <vt:lpstr>References: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parul srivastava</dc:creator>
  <cp:lastModifiedBy>parul srivastava</cp:lastModifiedBy>
  <cp:revision>2</cp:revision>
  <dcterms:created xsi:type="dcterms:W3CDTF">2025-10-23T16:16:12Z</dcterms:created>
  <dcterms:modified xsi:type="dcterms:W3CDTF">2025-11-23T14:25:22Z</dcterms:modified>
</cp:coreProperties>
</file>